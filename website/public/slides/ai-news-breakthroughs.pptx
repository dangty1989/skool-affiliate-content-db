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950" y="126950"/>
            <a:ext cx="8890099" cy="4889599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74899"/>
            <a:ext cx="829066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BREAKTHROUGHS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7950" y="2194024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Headlines of 2026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7950" y="3060650"/>
            <a:ext cx="8290661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Open-Source Titans to Agentic Risks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50" y="4254698"/>
            <a:ext cx="4392772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Julian Goldie Affiliate Hub | Expert SEO Insights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950" y="126950"/>
            <a:ext cx="8890099" cy="4889599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863947"/>
            <a:ext cx="829066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KIMI K2.5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7950" y="1483072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Open-Source Challenger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7950" y="2400449"/>
            <a:ext cx="8128099" cy="172655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88950" y="2603599"/>
            <a:ext cx="7902041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Performance:</a:t>
            </a:r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Surpassing Claude 4.5 Opus in coding benchmarks.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8950" y="3111401"/>
            <a:ext cx="7902041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Swarms:</a:t>
            </a:r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Orchestrate up to 100 sub-agents for complex tasks.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8950" y="3619202"/>
            <a:ext cx="7902041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Privacy:</a:t>
            </a:r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Self-hostable for absolute data control and security.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7950" y="4254698"/>
            <a:ext cx="3402247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Skool Affiliate Machine | tech insights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950" y="126950"/>
            <a:ext cx="8890099" cy="4889599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863947"/>
            <a:ext cx="829066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MOLTBOT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7950" y="1483072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Freedom vs. Cyber Risk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7950" y="2400449"/>
            <a:ext cx="8128099" cy="172655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88950" y="2603599"/>
            <a:ext cx="7902041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Automation:</a:t>
            </a:r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Directly publishes to WordPress and Notion.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8950" y="3111401"/>
            <a:ext cx="7902041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Dangers:</a:t>
            </a:r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Vulnerable to Prompt Injection and VPS Gateway leaks.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8950" y="3619202"/>
            <a:ext cx="7902041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Mandate:</a:t>
            </a:r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"If you are not sure, don't do it" — Safety first.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7950" y="4254698"/>
            <a:ext cx="3471166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Skool Affiliate Machine | Security Alert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950" y="126950"/>
            <a:ext cx="8890099" cy="4889599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863947"/>
            <a:ext cx="829066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VISION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7950" y="1483072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Google's "Seeing is Doing"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7950" y="2400449"/>
            <a:ext cx="8128099" cy="172655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88950" y="2603599"/>
            <a:ext cx="7902041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</a:t>
            </a:r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analyzes images and maps out complex multi-step plans.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8950" y="3111401"/>
            <a:ext cx="7902041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Act:</a:t>
            </a:r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Generates Python code to manipulate or analyze visual data.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8950" y="3619202"/>
            <a:ext cx="7902041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Observe:</a:t>
            </a:r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Reviews results for accuracy before final delivery.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7950" y="4254698"/>
            <a:ext cx="3643768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Skool Affiliate Machine | Gemini 3 Flash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950" y="126950"/>
            <a:ext cx="8890099" cy="4889599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762446"/>
            <a:ext cx="829066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WISDOM OF POWER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7950" y="138157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Navigating the AI Era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7950" y="2248198"/>
            <a:ext cx="8290661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will you use this growing power wisely and safely?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50" y="3009900"/>
            <a:ext cx="8128099" cy="1218754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8950" y="3213050"/>
            <a:ext cx="7902041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</a:t>
            </a:r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SEO Group</a:t>
            </a:r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proven blueprints.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8950" y="3720852"/>
            <a:ext cx="7902041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your Skool communities with the latest technology.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7950" y="4254698"/>
            <a:ext cx="2357830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Julian Goldie Affiliate Hub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 3 AI Breakthroughs of 2026</dc:title>
  <dc:subject>PptxGenJS Presentation</dc:subject>
  <dc:creator>Julian Goldie Affiliate Hub</dc:creator>
  <cp:lastModifiedBy>Julian Goldie Affiliate Hub</cp:lastModifiedBy>
  <cp:revision>1</cp:revision>
  <dcterms:created xsi:type="dcterms:W3CDTF">2026-01-29T05:51:33Z</dcterms:created>
  <dcterms:modified xsi:type="dcterms:W3CDTF">2026-01-29T05:51:33Z</dcterms:modified>
</cp:coreProperties>
</file>